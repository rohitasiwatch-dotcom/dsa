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6" r:id="rId2"/>
    <p:sldId id="257" r:id="rId3"/>
    <p:sldId id="258" r:id="rId4"/>
    <p:sldId id="260" r:id="rId5"/>
    <p:sldId id="261" r:id="rId6"/>
    <p:sldId id="267" r:id="rId7"/>
    <p:sldId id="262" r:id="rId8"/>
    <p:sldId id="264" r:id="rId9"/>
    <p:sldId id="265"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34304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1941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91235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64446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32580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7777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9277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30650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50971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23194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82818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3/12/2026</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5844859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40E48-891D-AF80-B65F-1D660B6CE445}"/>
              </a:ext>
            </a:extLst>
          </p:cNvPr>
          <p:cNvSpPr>
            <a:spLocks noGrp="1"/>
          </p:cNvSpPr>
          <p:nvPr>
            <p:ph type="title"/>
          </p:nvPr>
        </p:nvSpPr>
        <p:spPr/>
        <p:txBody>
          <a:bodyPr>
            <a:normAutofit/>
          </a:bodyPr>
          <a:lstStyle/>
          <a:p>
            <a:r>
              <a:rPr lang="en-US" dirty="0"/>
              <a:t>Construction Project Management System</a:t>
            </a:r>
            <a:endParaRPr lang="en-IN" dirty="0"/>
          </a:p>
        </p:txBody>
      </p:sp>
      <p:sp>
        <p:nvSpPr>
          <p:cNvPr id="3" name="Content Placeholder 2">
            <a:extLst>
              <a:ext uri="{FF2B5EF4-FFF2-40B4-BE49-F238E27FC236}">
                <a16:creationId xmlns:a16="http://schemas.microsoft.com/office/drawing/2014/main" id="{EAD8AA6A-E718-DCB3-EA7C-AB5B7C24AD0F}"/>
              </a:ext>
            </a:extLst>
          </p:cNvPr>
          <p:cNvSpPr>
            <a:spLocks noGrp="1"/>
          </p:cNvSpPr>
          <p:nvPr>
            <p:ph idx="1"/>
          </p:nvPr>
        </p:nvSpPr>
        <p:spPr/>
        <p:txBody>
          <a:bodyPr/>
          <a:lstStyle/>
          <a:p>
            <a:pPr marL="0" indent="0">
              <a:buNone/>
            </a:pPr>
            <a:r>
              <a:rPr lang="en-IN" dirty="0"/>
              <a:t>                                                    </a:t>
            </a:r>
          </a:p>
          <a:p>
            <a:endParaRPr lang="en-IN" dirty="0"/>
          </a:p>
          <a:p>
            <a:endParaRPr lang="en-IN" dirty="0"/>
          </a:p>
          <a:p>
            <a:endParaRPr lang="en-IN" dirty="0"/>
          </a:p>
          <a:p>
            <a:pPr marL="0" indent="0">
              <a:buNone/>
            </a:pPr>
            <a:r>
              <a:rPr lang="en-IN" dirty="0"/>
              <a:t>                                                   Rohita siwatch </a:t>
            </a:r>
          </a:p>
          <a:p>
            <a:pPr marL="0" indent="0">
              <a:buNone/>
            </a:pPr>
            <a:r>
              <a:rPr lang="en-IN" dirty="0"/>
              <a:t>                                                   Roll number:- 2520090154 </a:t>
            </a:r>
          </a:p>
          <a:p>
            <a:pPr marL="0" indent="0">
              <a:buNone/>
            </a:pPr>
            <a:r>
              <a:rPr lang="en-IN" dirty="0"/>
              <a:t>                                                   Cluster:- 4</a:t>
            </a:r>
          </a:p>
        </p:txBody>
      </p:sp>
    </p:spTree>
    <p:extLst>
      <p:ext uri="{BB962C8B-B14F-4D97-AF65-F5344CB8AC3E}">
        <p14:creationId xmlns:p14="http://schemas.microsoft.com/office/powerpoint/2010/main" val="1736043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normAutofit fontScale="85000" lnSpcReduction="10000"/>
          </a:bodyPr>
          <a:lstStyle/>
          <a:p>
            <a:pPr marL="0" indent="0">
              <a:buNone/>
            </a:pPr>
            <a:r>
              <a:rPr lang="en-IN" dirty="0"/>
              <a:t> </a:t>
            </a:r>
            <a:r>
              <a:rPr lang="en-US" dirty="0"/>
              <a:t>The Construction Project Management System is a software application designed to help manage construction project information such as project details, budgets, updates, and tasks in an organized way. The system allows users to add projects, search project details, and sort projects based on budget. It also demonstrates important Data Structures and Algorithms concepts like searching, sorting, stack, queue, and hashing. Stack is used to store recent project updates, queue is used to manage tasks, and hashing helps quickly find projects using their ID. This project is implemented using Java and a simple web interface, and it can be run in VS Code to show how DSA concepts are applied in a real-world system.</a:t>
            </a:r>
          </a:p>
          <a:p>
            <a:pPr marL="0" indent="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r>
              <a:rPr dirty="0"/>
              <a:t> Manage construction project details</a:t>
            </a:r>
          </a:p>
          <a:p>
            <a:r>
              <a:rPr dirty="0"/>
              <a:t> Track budgets and project progress</a:t>
            </a:r>
          </a:p>
          <a:p>
            <a:r>
              <a:rPr dirty="0"/>
              <a:t> Demonstrate data structures like stack, queue, hashing, searching, and sorting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Structures Used</a:t>
            </a:r>
          </a:p>
        </p:txBody>
      </p:sp>
      <p:sp>
        <p:nvSpPr>
          <p:cNvPr id="3" name="Content Placeholder 2"/>
          <p:cNvSpPr>
            <a:spLocks noGrp="1"/>
          </p:cNvSpPr>
          <p:nvPr>
            <p:ph idx="1"/>
          </p:nvPr>
        </p:nvSpPr>
        <p:spPr/>
        <p:txBody>
          <a:bodyPr/>
          <a:lstStyle/>
          <a:p>
            <a:r>
              <a:rPr dirty="0"/>
              <a:t> Stack – stores recent project updates</a:t>
            </a:r>
          </a:p>
          <a:p>
            <a:r>
              <a:rPr dirty="0"/>
              <a:t> Queue – manages pending tasks</a:t>
            </a:r>
          </a:p>
          <a:p>
            <a:r>
              <a:rPr dirty="0"/>
              <a:t> Hashing – fast project lookup by ID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Algorithms Used</a:t>
            </a:r>
          </a:p>
        </p:txBody>
      </p:sp>
      <p:sp>
        <p:nvSpPr>
          <p:cNvPr id="3" name="Content Placeholder 2"/>
          <p:cNvSpPr>
            <a:spLocks noGrp="1"/>
          </p:cNvSpPr>
          <p:nvPr>
            <p:ph idx="1"/>
          </p:nvPr>
        </p:nvSpPr>
        <p:spPr/>
        <p:txBody>
          <a:bodyPr/>
          <a:lstStyle/>
          <a:p>
            <a:r>
              <a:rPr dirty="0"/>
              <a:t> Searching – find project using project ID</a:t>
            </a:r>
          </a:p>
          <a:p>
            <a:r>
              <a:rPr dirty="0"/>
              <a:t> Sorting – arrange projects by budget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9F6EB-445C-C177-CE9F-9A9217F825BC}"/>
              </a:ext>
            </a:extLst>
          </p:cNvPr>
          <p:cNvSpPr>
            <a:spLocks noGrp="1"/>
          </p:cNvSpPr>
          <p:nvPr>
            <p:ph type="title"/>
          </p:nvPr>
        </p:nvSpPr>
        <p:spPr/>
        <p:txBody>
          <a:bodyPr/>
          <a:lstStyle/>
          <a:p>
            <a:r>
              <a:rPr lang="en-IN" dirty="0"/>
              <a:t>SAMPLE OUTPUT</a:t>
            </a:r>
          </a:p>
        </p:txBody>
      </p:sp>
      <p:sp>
        <p:nvSpPr>
          <p:cNvPr id="3" name="Content Placeholder 2">
            <a:extLst>
              <a:ext uri="{FF2B5EF4-FFF2-40B4-BE49-F238E27FC236}">
                <a16:creationId xmlns:a16="http://schemas.microsoft.com/office/drawing/2014/main" id="{13AEE564-AAAB-BDB5-AC18-E15387D6F65F}"/>
              </a:ext>
            </a:extLst>
          </p:cNvPr>
          <p:cNvSpPr>
            <a:spLocks noGrp="1"/>
          </p:cNvSpPr>
          <p:nvPr>
            <p:ph idx="1"/>
          </p:nvPr>
        </p:nvSpPr>
        <p:spPr/>
        <p:txBody>
          <a:bodyPr/>
          <a:lstStyle/>
          <a:p>
            <a:endParaRPr lang="en-IN" dirty="0"/>
          </a:p>
        </p:txBody>
      </p:sp>
      <p:pic>
        <p:nvPicPr>
          <p:cNvPr id="6" name="Picture 5">
            <a:extLst>
              <a:ext uri="{FF2B5EF4-FFF2-40B4-BE49-F238E27FC236}">
                <a16:creationId xmlns:a16="http://schemas.microsoft.com/office/drawing/2014/main" id="{0B287E27-A000-2B57-6FFB-6729AC8E723E}"/>
              </a:ext>
            </a:extLst>
          </p:cNvPr>
          <p:cNvPicPr>
            <a:picLocks noChangeAspect="1"/>
          </p:cNvPicPr>
          <p:nvPr/>
        </p:nvPicPr>
        <p:blipFill>
          <a:blip r:embed="rId2"/>
          <a:stretch>
            <a:fillRect/>
          </a:stretch>
        </p:blipFill>
        <p:spPr>
          <a:xfrm>
            <a:off x="1443491" y="2015733"/>
            <a:ext cx="6571343" cy="3581900"/>
          </a:xfrm>
          <a:prstGeom prst="rect">
            <a:avLst/>
          </a:prstGeom>
        </p:spPr>
      </p:pic>
    </p:spTree>
    <p:extLst>
      <p:ext uri="{BB962C8B-B14F-4D97-AF65-F5344CB8AC3E}">
        <p14:creationId xmlns:p14="http://schemas.microsoft.com/office/powerpoint/2010/main" val="2970392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Working</a:t>
            </a:r>
          </a:p>
        </p:txBody>
      </p:sp>
      <p:sp>
        <p:nvSpPr>
          <p:cNvPr id="3" name="Content Placeholder 2"/>
          <p:cNvSpPr>
            <a:spLocks noGrp="1"/>
          </p:cNvSpPr>
          <p:nvPr>
            <p:ph idx="1"/>
          </p:nvPr>
        </p:nvSpPr>
        <p:spPr/>
        <p:txBody>
          <a:bodyPr/>
          <a:lstStyle/>
          <a:p>
            <a:pPr marL="0" indent="0">
              <a:buNone/>
            </a:pPr>
            <a:r>
              <a:rPr dirty="0"/>
              <a:t>1. Add new project</a:t>
            </a:r>
          </a:p>
          <a:p>
            <a:pPr marL="0" indent="0">
              <a:buNone/>
            </a:pPr>
            <a:r>
              <a:rPr dirty="0"/>
              <a:t>2. Search project by ID</a:t>
            </a:r>
          </a:p>
          <a:p>
            <a:pPr marL="0" indent="0">
              <a:buNone/>
            </a:pPr>
            <a:r>
              <a:rPr dirty="0"/>
              <a:t>3. Sort projects by budget</a:t>
            </a:r>
          </a:p>
          <a:p>
            <a:pPr marL="0" indent="0">
              <a:buNone/>
            </a:pPr>
            <a:r>
              <a:rPr dirty="0"/>
              <a:t>4. Manage updates (stack)</a:t>
            </a:r>
          </a:p>
          <a:p>
            <a:pPr marL="0" indent="0">
              <a:buNone/>
            </a:pPr>
            <a:r>
              <a:rPr dirty="0"/>
              <a:t>5. Manage tasks (queue)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a:t>
            </a:r>
          </a:p>
        </p:txBody>
      </p:sp>
      <p:sp>
        <p:nvSpPr>
          <p:cNvPr id="3" name="Content Placeholder 2"/>
          <p:cNvSpPr>
            <a:spLocks noGrp="1"/>
          </p:cNvSpPr>
          <p:nvPr>
            <p:ph idx="1"/>
          </p:nvPr>
        </p:nvSpPr>
        <p:spPr/>
        <p:txBody>
          <a:bodyPr/>
          <a:lstStyle/>
          <a:p>
            <a:r>
              <a:rPr dirty="0"/>
              <a:t> Easy project tracking</a:t>
            </a:r>
          </a:p>
          <a:p>
            <a:r>
              <a:rPr dirty="0"/>
              <a:t> Demonstrates important DSA concepts</a:t>
            </a:r>
          </a:p>
          <a:p>
            <a:r>
              <a:rPr dirty="0"/>
              <a:t> Simple interface for management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a:bodyPr>
          <a:lstStyle/>
          <a:p>
            <a:pPr marL="0" indent="0" algn="ctr">
              <a:buNone/>
            </a:pPr>
            <a:r>
              <a:rPr lang="en-US" dirty="0"/>
              <a:t>In conclusion, the Construction Project Management System helps manage project details, budgets, updates, and tasks in an organized and efficient way. The system allows users to add, search, and sort project information easily. It also demonstrates important Data Structures and Algorithms concepts such as searching, sorting, stack, queue, and hashing, which improve the efficiency of managing data. Overall, this project shows how programming and DSA can be applied to solve real-world project management problems.</a:t>
            </a:r>
            <a:endParaRPr dirty="0"/>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12</TotalTime>
  <Words>358</Words>
  <Application>Microsoft Office PowerPoint</Application>
  <PresentationFormat>On-screen Show (4:3)</PresentationFormat>
  <Paragraphs>34</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Gill Sans MT</vt:lpstr>
      <vt:lpstr>Gallery</vt:lpstr>
      <vt:lpstr>Construction Project Management System</vt:lpstr>
      <vt:lpstr>Introduction</vt:lpstr>
      <vt:lpstr>Objectives</vt:lpstr>
      <vt:lpstr>Data Structures Used</vt:lpstr>
      <vt:lpstr>Algorithms Used</vt:lpstr>
      <vt:lpstr>SAMPLE OUTPUT</vt:lpstr>
      <vt:lpstr>System Working</vt:lpstr>
      <vt:lpstr>Advantages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rohita siwatch</dc:creator>
  <cp:keywords/>
  <dc:description>generated using python-pptx</dc:description>
  <cp:lastModifiedBy>Rohita Siwatch</cp:lastModifiedBy>
  <cp:revision>2</cp:revision>
  <dcterms:created xsi:type="dcterms:W3CDTF">2013-01-27T09:14:16Z</dcterms:created>
  <dcterms:modified xsi:type="dcterms:W3CDTF">2026-03-12T07:28:38Z</dcterms:modified>
  <cp:category/>
</cp:coreProperties>
</file>